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8" r:id="rId5"/>
    <p:sldId id="274" r:id="rId6"/>
    <p:sldId id="269" r:id="rId7"/>
    <p:sldId id="264" r:id="rId8"/>
    <p:sldId id="270" r:id="rId9"/>
    <p:sldId id="266" r:id="rId10"/>
    <p:sldId id="271" r:id="rId11"/>
    <p:sldId id="272" r:id="rId12"/>
    <p:sldId id="273" r:id="rId13"/>
    <p:sldId id="275" r:id="rId14"/>
    <p:sldId id="277" r:id="rId15"/>
    <p:sldId id="261" r:id="rId16"/>
    <p:sldId id="286" r:id="rId17"/>
    <p:sldId id="263" r:id="rId18"/>
    <p:sldId id="281" r:id="rId19"/>
    <p:sldId id="282" r:id="rId20"/>
    <p:sldId id="280" r:id="rId21"/>
    <p:sldId id="283" r:id="rId22"/>
    <p:sldId id="279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 snapToGrid="0">
      <p:cViewPr>
        <p:scale>
          <a:sx n="66" d="100"/>
          <a:sy n="66" d="100"/>
        </p:scale>
        <p:origin x="1269" y="4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0281-EBB7-C2D1-5D21-CBBBDE8D3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17FC2-BD02-B5C9-1D88-D4F191C90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E13D7-06B2-4840-9406-60B43ABA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1F531-AA83-64BF-9306-3155B41E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B6DB1-0CFC-B573-5AC4-D770BE63E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9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6692-4929-E9A4-574F-B683E712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D944-D849-6530-E039-564531764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946BA-292E-F383-FC69-329EC5A5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315F3-E74A-66CB-BC8D-B22DF5B3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784B2-129B-29AA-C0C5-7DDCD9A0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03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AF8F-7914-1810-72C7-52D9B900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9AB96-F09F-A82F-4CBC-235035C8F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4EEEB-6C67-A2EE-037D-5A47FE848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0EF23-DA02-3EFF-88B8-4067AC6ED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85087-DCDD-C20D-78F1-805673E3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61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7D2B-E227-01E8-8DE3-4A2E1D6A1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0B7B-38A7-988E-6D20-E1BA6CB94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C136D-13F2-45F1-55B5-FC6EC56A8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C58AD-C6A2-88EF-F26A-3494790B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44E61-4227-A6FF-1697-CC4DB3224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5009B-83F6-E0C5-36BB-CE2A248D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29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EE7C-C837-4AB5-9CD2-F4C21EB41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34675-2BB0-1DBF-7278-C5A89FB94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0FC0E-EC8A-AE62-2EE5-212DAF8FB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EB5F9-9787-66D9-C3AF-271FD9F440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2FDC6-524B-787F-6E74-9055309B2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AF6D6-D237-3BBF-7E24-4A29064F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815DD-4F99-57E7-6F79-B69FD19F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03914-C532-14E9-6E6B-DFCB176F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079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9F6BE-291E-CE0F-10F2-3704EA3A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33E47-FA19-7097-9B49-FA7F264D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5CD5AE-0512-0E40-7778-CDB857823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D69F4-A325-C066-3FB0-16F68DF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0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58CDC-C66F-D378-9DFB-A24409B5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C42D30-68B3-2A2F-EC8D-470CE7F3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85572-D657-E168-489E-D9B54D141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EFBA-ED49-DBAA-6389-D6E5C11F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B3BA-E03D-E807-8498-13638457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18044-F1E3-19F0-B815-3F80BA2FA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6C578-627F-4BA9-04EA-D759E847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FED86-563C-4A0F-24BD-E27181E7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BC9DC-0880-2907-18C6-B441A8EB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27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8413-82D2-79DD-3C6E-AAEC1E1E4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A9DF2-1E28-6286-0FFD-A825518A86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0D46F-D271-5925-3D5A-6A6F8ED7E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79921-FDFA-6127-A376-C1E21BE62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95B14-7B6A-44FB-4F67-3A4C206E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DB990-0623-E8B4-509C-1E228457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69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4379-CBC0-D718-22E1-075CCE53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4A586-B864-15C4-FFC8-8A96BFDD8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41F02-AE35-80A2-E68D-51292CB8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29D11-AF4A-25FE-27B1-F39BE9C4C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556E3-098A-C0B6-3497-9CA71E46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7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81668D-EE98-4E01-37BE-63CA9FDC3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350A0-E358-31CE-37BF-315303CEB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D928F-A34D-9B3E-1578-683A0763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590DD-234E-DC07-9BEE-D831B556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751F5-5906-B76C-0090-2D43F89FB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13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D50F5-5B4E-12A2-927C-31C3D3BB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B8E25-D884-6F53-D063-A857594FC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29E9F-F222-2387-0E64-939ECAF6F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8880B-03EC-425E-B8C8-4369CF99E8A5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AE8FF-2C25-4A45-439B-24EEDB382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129B3-9322-1920-4E3C-40F72007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7A33A-9A42-4927-846E-838259D944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51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D3A92-E391-3D03-A1F0-B8E10944C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0"/>
            <a:ext cx="12339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8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7DB0A-51A7-D91C-4EDA-05BA2B10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DDC68-9EB8-8443-01A8-EB1B24903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73"/>
            <a:ext cx="12192000" cy="682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4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92FFE-52B3-15F3-8FD8-59FD5376D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053977-0652-0951-1ECE-E11998C96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73"/>
            <a:ext cx="12192000" cy="682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89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5E11-C88A-734B-AD13-4C25BC56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4D7953-1E6F-A062-B88C-B9AEFA925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03"/>
            <a:ext cx="12192000" cy="6804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0BA189-3A6F-7D2B-F785-2001FA6C9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2162175"/>
            <a:ext cx="4057649" cy="405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9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FE08-7973-FA97-DBFD-B1BEE116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4CB09-191D-F171-0C04-4A0853EF3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271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EF65-3BBE-490E-4548-471A1A569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D6535-49B7-89D0-ED38-64C9040C5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9"/>
            <a:ext cx="12192000" cy="683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4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9A2A-B251-C268-3D09-E034ABEF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687C0-E724-BC03-9E30-AC527E7EF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979"/>
            <a:ext cx="12192000" cy="67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2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6FC5-C08F-F376-0FA1-E7A59A9D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ABBFBE-7943-8045-02B3-A095701F2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3411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E41860-62EE-5092-CBB6-E4495A238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55" y="458932"/>
            <a:ext cx="5940135" cy="594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63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DB53-5AE1-A0C0-6CD4-25B1CF75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503644-99FD-81CE-9910-B2A7D6F24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03"/>
            <a:ext cx="12192000" cy="68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3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6E4B-C490-3EEA-6B72-F52BC91C3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005725-3C82-13A2-C1A4-05848E765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03"/>
            <a:ext cx="12192000" cy="68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12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2DE2-3036-53DA-AD07-9DDD24DB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4600A-B89F-3C6D-F145-A66C33680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33"/>
            <a:ext cx="12192000" cy="678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63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82CB0-592D-AB2E-4266-8F58D0943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5A977D-2727-EB80-84C6-5B1D99FC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9"/>
            <a:ext cx="12192000" cy="67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557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374F-9AE2-E7C7-7A84-03DA1708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C19F34-DA3F-0ADF-E3E2-5E41E3A95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651BC1-2591-8959-3715-CB73FCCDEE0F}"/>
              </a:ext>
            </a:extLst>
          </p:cNvPr>
          <p:cNvSpPr/>
          <p:nvPr/>
        </p:nvSpPr>
        <p:spPr>
          <a:xfrm>
            <a:off x="604839" y="2609850"/>
            <a:ext cx="371473" cy="30480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C90F2-DEFB-CCD2-69BA-0C5927AA15A4}"/>
              </a:ext>
            </a:extLst>
          </p:cNvPr>
          <p:cNvSpPr/>
          <p:nvPr/>
        </p:nvSpPr>
        <p:spPr>
          <a:xfrm>
            <a:off x="6305551" y="2609850"/>
            <a:ext cx="371474" cy="30480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3">
            <a:schemeClr val="dk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3AE9B9-7774-0CD6-6CC6-83102D227772}"/>
              </a:ext>
            </a:extLst>
          </p:cNvPr>
          <p:cNvSpPr txBox="1"/>
          <p:nvPr/>
        </p:nvSpPr>
        <p:spPr>
          <a:xfrm>
            <a:off x="514350" y="2609850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  4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014F7-9658-D994-2A06-94C85130B7F6}"/>
              </a:ext>
            </a:extLst>
          </p:cNvPr>
          <p:cNvSpPr txBox="1"/>
          <p:nvPr/>
        </p:nvSpPr>
        <p:spPr>
          <a:xfrm>
            <a:off x="6215063" y="2609850"/>
            <a:ext cx="55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  5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564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15C2-BA21-C099-57F9-AF23A671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967FB-4FB9-52C3-E5A0-2C5957E67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4663E84-6668-1419-8F71-E7AB6326F595}"/>
              </a:ext>
            </a:extLst>
          </p:cNvPr>
          <p:cNvSpPr/>
          <p:nvPr/>
        </p:nvSpPr>
        <p:spPr>
          <a:xfrm>
            <a:off x="3381374" y="4343399"/>
            <a:ext cx="838201" cy="7334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7B729-566A-001B-78E2-2C86A1D4CBD8}"/>
              </a:ext>
            </a:extLst>
          </p:cNvPr>
          <p:cNvSpPr txBox="1"/>
          <p:nvPr/>
        </p:nvSpPr>
        <p:spPr>
          <a:xfrm>
            <a:off x="3238500" y="4343399"/>
            <a:ext cx="1590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       </a:t>
            </a:r>
          </a:p>
          <a:p>
            <a:r>
              <a:rPr lang="en-GB" sz="1200" dirty="0"/>
              <a:t>       NODE Z</a:t>
            </a:r>
          </a:p>
          <a:p>
            <a:r>
              <a:rPr lang="en-GB" sz="1200" dirty="0"/>
              <a:t>       (RANK 2)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421994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AEBEE-8C01-86D1-093B-D239B9C85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431E4-8B3C-EA64-5BF7-1F443B44E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6"/>
            <a:ext cx="12192000" cy="68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12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03AA-4E3F-8A19-E666-998B2697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36F374-23E6-A328-2B42-47702DF5C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22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FCBF4F-D6BF-4566-FB8A-86DDA85D96AD}"/>
              </a:ext>
            </a:extLst>
          </p:cNvPr>
          <p:cNvSpPr/>
          <p:nvPr/>
        </p:nvSpPr>
        <p:spPr>
          <a:xfrm>
            <a:off x="1056409" y="1490228"/>
            <a:ext cx="10079182" cy="1184563"/>
          </a:xfrm>
          <a:prstGeom prst="roundRect">
            <a:avLst/>
          </a:prstGeom>
        </p:spPr>
        <p:style>
          <a:lnRef idx="2">
            <a:schemeClr val="accent6"/>
          </a:lnRef>
          <a:fillRef idx="1002">
            <a:schemeClr val="dk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EC02E4-E9BF-F18F-1996-E98254966106}"/>
              </a:ext>
            </a:extLst>
          </p:cNvPr>
          <p:cNvSpPr txBox="1"/>
          <p:nvPr/>
        </p:nvSpPr>
        <p:spPr>
          <a:xfrm>
            <a:off x="1114425" y="1628775"/>
            <a:ext cx="99631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Energy Challenges in Wireless Sensor Networks: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</a:rPr>
              <a:t>Limited Battery </a:t>
            </a:r>
            <a:r>
              <a:rPr lang="en-IN" sz="2400" dirty="0" err="1">
                <a:solidFill>
                  <a:schemeClr val="bg1"/>
                </a:solidFill>
              </a:rPr>
              <a:t>Life,Radio</a:t>
            </a:r>
            <a:r>
              <a:rPr lang="en-IN" sz="2400" dirty="0">
                <a:solidFill>
                  <a:schemeClr val="bg1"/>
                </a:solidFill>
              </a:rPr>
              <a:t> Dominates </a:t>
            </a:r>
            <a:r>
              <a:rPr lang="en-IN" sz="2400" dirty="0" err="1">
                <a:solidFill>
                  <a:schemeClr val="bg1"/>
                </a:solidFill>
              </a:rPr>
              <a:t>Power,Network</a:t>
            </a:r>
            <a:r>
              <a:rPr lang="en-IN" sz="2400" dirty="0">
                <a:solidFill>
                  <a:schemeClr val="bg1"/>
                </a:solidFill>
              </a:rPr>
              <a:t> Lifetime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79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3798-483B-F56D-2D5D-4D90383F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F1A33A-E66B-AA88-6841-19374316A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46"/>
            <a:ext cx="12192000" cy="6823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6B7B0B-8F68-6F7F-4A77-1F34278B2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2" y="485775"/>
            <a:ext cx="4084652" cy="5886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1D0C2B-0AA9-D416-3A79-8AD326989306}"/>
              </a:ext>
            </a:extLst>
          </p:cNvPr>
          <p:cNvSpPr txBox="1"/>
          <p:nvPr/>
        </p:nvSpPr>
        <p:spPr>
          <a:xfrm>
            <a:off x="4540827" y="485775"/>
            <a:ext cx="72424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READINGS TABLE: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node_id</a:t>
            </a:r>
            <a:r>
              <a:rPr lang="en-IN" dirty="0"/>
              <a:t>: Unique identifier for each sensor node</a:t>
            </a:r>
          </a:p>
          <a:p>
            <a:r>
              <a:rPr lang="en-IN" dirty="0"/>
              <a:t> (e.g., poll_03, temp_09, noise_12)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pm25: Particulate matter 2.5 air quality measurement (pollution level)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temp_tenths</a:t>
            </a:r>
            <a:r>
              <a:rPr lang="en-IN" dirty="0"/>
              <a:t>: Temperature in tenths of degrees (e.g., 250 = 25.0°C)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noise_db</a:t>
            </a:r>
            <a:r>
              <a:rPr lang="en-IN" dirty="0"/>
              <a:t>: Noise level in decibels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battery_mv</a:t>
            </a:r>
            <a:r>
              <a:rPr lang="en-IN" dirty="0"/>
              <a:t>: Battery voltage in millivolts (indicates remaining power)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seq</a:t>
            </a:r>
            <a:r>
              <a:rPr lang="en-IN" dirty="0"/>
              <a:t>: Sequence number for packet ordering and loss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detectionnode_ts</a:t>
            </a:r>
            <a:r>
              <a:rPr lang="en-IN" dirty="0"/>
              <a:t>: Timestamp from sensor node (node's local time)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recv_ts</a:t>
            </a:r>
            <a:r>
              <a:rPr lang="en-IN" dirty="0"/>
              <a:t>: Receive timestamp on server (when packet arrived)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parent: RPL parent node ID (routing topology)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rank: RPL rank metric (distance from border router in routing tree)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algn="ctr"/>
            <a:r>
              <a:rPr lang="en-IN" dirty="0"/>
              <a:t>ENERGY_SAMPLES TABLE: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cpu_ms</a:t>
            </a:r>
            <a:r>
              <a:rPr lang="en-IN" dirty="0"/>
              <a:t>: CPU active time in milliseconds (processing energy)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lpm_ms</a:t>
            </a:r>
            <a:r>
              <a:rPr lang="en-IN" dirty="0"/>
              <a:t>: Low Power Mode time in milliseconds (sleep energy)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tx_ms</a:t>
            </a:r>
            <a:r>
              <a:rPr lang="en-IN" dirty="0"/>
              <a:t>: Radio transmission time in milliseconds (sending energy)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rx_ms</a:t>
            </a:r>
            <a:r>
              <a:rPr lang="en-IN" dirty="0"/>
              <a:t>: Radio receive/listen time in milliseconds (receiving energy)</a:t>
            </a:r>
          </a:p>
        </p:txBody>
      </p:sp>
    </p:spTree>
    <p:extLst>
      <p:ext uri="{BB962C8B-B14F-4D97-AF65-F5344CB8AC3E}">
        <p14:creationId xmlns:p14="http://schemas.microsoft.com/office/powerpoint/2010/main" val="1549180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BB5AF-3AAD-9A14-6830-E9CBC285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B4715C-7E43-7068-24CA-EC847566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6"/>
            <a:ext cx="12192000" cy="68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56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5A922-0F12-2CE8-5186-28ADB228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330C4B-620A-1B89-FA00-61D271660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6"/>
            <a:ext cx="12192000" cy="68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95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4A89-B473-3ADB-7F94-57FFECA69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BE519A-3FCB-0E21-5888-CC9BE60D3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79"/>
            <a:ext cx="12192000" cy="679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15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EF6E-042E-8773-A67A-658A6BD6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36269C-BBD4-5DC6-FBCA-9D8E7AC46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99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3AD0-E23F-2A2A-C894-E8253D4D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E456F-7C9A-E954-B97F-A8799C7DA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75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FF81-8A33-C182-7249-EB8F9D82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3D883-CE91-D2F0-A631-0F153EF7D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6"/>
            <a:ext cx="12192000" cy="681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0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92" row="1">
    <wetp:webextensionref xmlns:r="http://schemas.openxmlformats.org/officeDocument/2006/relationships" r:id="rId1"/>
  </wetp:taskpane>
  <wetp:taskpane dockstate="right" visibility="0" width="43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EB2AC9-1757-4CE4-898F-F607C5675887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A45F76C-29F3-4472-A0C7-C17590C819C3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233</Words>
  <Application>Microsoft Office PowerPoint</Application>
  <PresentationFormat>Widescreen</PresentationFormat>
  <Paragraphs>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Praneeth Mamidala</dc:creator>
  <cp:lastModifiedBy>Praneeth Mamidala</cp:lastModifiedBy>
  <cp:revision>32</cp:revision>
  <dcterms:created xsi:type="dcterms:W3CDTF">2026-01-17T04:03:16Z</dcterms:created>
  <dcterms:modified xsi:type="dcterms:W3CDTF">2026-01-19T04:30:13Z</dcterms:modified>
</cp:coreProperties>
</file>